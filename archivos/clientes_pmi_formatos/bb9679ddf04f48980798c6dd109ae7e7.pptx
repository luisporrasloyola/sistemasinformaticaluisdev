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668A8-9278-4FF1-A580-A1CF2DA4A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63B1FD-AC26-6F86-02AE-02BA62054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03A4E-5F14-5B21-A39B-D0A2C4A9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3B1C02-22D1-48BA-0BC2-390FA345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7217C3-D05C-1AE1-73AD-C505E82F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62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69CF3-3861-BBEB-5243-C30F2A79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CAA91F-40E2-E286-2E82-68949B40D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6F4E49-E2B6-1068-C51E-7A67F22A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EC97F8-58C0-D0E1-5EF2-36D84DF7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87A9AF-F591-738A-C7F2-5D715122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457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004A8-5DD2-518D-9F90-59A62D8A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F40514-C39D-C677-FFBD-73385FA82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6300B5-2D39-60EC-F62D-76B2C801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EA63E5-1C37-1254-C965-4D9D92C5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E1DDC3-5D19-C577-2479-925B14F2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3767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22285-7578-878F-63DA-87C6C05B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8E61B-EFDA-327C-6C8E-72C355939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A5C474-41B1-87A6-6E89-D36FF9363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323DA9-1AE3-82AB-A6E9-83B9A08E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73179D-7382-D2FF-CEE9-0B9CC3FC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429E3F-4C11-70A9-7A13-17F54107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242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CCBFD-E30F-E514-6F99-A5C22617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E2B265-35EE-D9D5-9C64-DC185D40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760E5E-E4C9-5DBF-7D41-6313A71FD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3A462B-E6EF-6719-62FD-F7B48555E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8E62C1-315B-5F68-668A-B1C5E45CA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D249BDB-02D9-93F4-C6ED-0CD515DA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9DAA5F-CD96-E115-916D-48AE93EC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4444A7-CFDC-4B15-1EE9-E2CFD6D3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572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A7992-FD08-8793-8285-19103097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FCE212-FF1D-3D56-87EE-9D928574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82A0D3-6382-A446-05F1-3EFC21D0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757F26-AA2F-F60C-95E3-76897AA3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234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5D089C-CAB7-4E99-373C-BC488017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83D6954-B3FD-FDF5-164D-B7B13437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C5C3D8-FFF0-076F-D2E8-9FB35E3C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744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56428-22C9-4B0B-2DA6-14A450DC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953849-FD57-40F8-2039-F8504179E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7EB0D3-06C8-E99A-8B3E-D88C13678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691F56-53A1-FB89-7F9A-824E2A2B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4C5735-6EB2-E7CF-6DA7-B830D8AA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72FA19-BC6C-0E5A-639A-577F33D6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978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E6DC6-8E94-7252-F750-CD1A78D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82501A-C7B4-06DD-F67C-89A97FC70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A39518-A2BA-9B14-D5B0-B881DF73D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E193D6-84CF-7399-7659-5E32ABB5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C6EAA3-B4C7-AC7A-4B3E-401814A2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DBC056-A35F-28F6-D368-F7CBF085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81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F8CF8-D79D-E698-2989-BCF1AD97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CCB662-3ABB-ED60-C0AA-74291205C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039540-6BB8-8EAE-DB70-B93B63E6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6B173-7B73-26A1-EDD4-28A5D779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D7D020-DD18-DCB4-246A-BD59641D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058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89564D-C787-1FAD-CC44-323076C40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592BD8-2AC9-DCB5-6520-9C87C9C07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A4685F-AADC-E499-2EF8-7BA96B7C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9160AE-1F4C-7C5C-02DD-22101F0A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B3299E-CA1B-BAAE-4274-8CBEAB69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729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5BC122-FDB4-0FC8-9071-B687C819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21D7EB-8967-C39E-6482-442E3CF57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EB462E-3C9D-3F32-2100-83279C3B7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02311-2CEE-4B19-B274-F7BEE5618E81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DABA99-57E2-8F24-23B0-AE8AB56FD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43948-760C-C14B-6F37-EA43EDE46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4324F-1434-4BFF-B693-F4058E388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134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303F3-F9D6-EBEB-4CC1-D5F08A6DA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HOLLAAA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2EC2B0-D156-2949-D6AE-2714BB8D57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58677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HOLLAAA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 Pc</dc:creator>
  <cp:lastModifiedBy>User Pc</cp:lastModifiedBy>
  <cp:revision>1</cp:revision>
  <dcterms:created xsi:type="dcterms:W3CDTF">2026-10-15T15:33:18Z</dcterms:created>
  <dcterms:modified xsi:type="dcterms:W3CDTF">2026-10-15T15:33:25Z</dcterms:modified>
</cp:coreProperties>
</file>